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Sesión 19: clases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E4C7D"/>
                </a:solidFill>
                <a:latin typeface="Ubuntu"/>
              </a:rPr>
              <a:t>desbalanceadas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Rebalancear y medir bien cuando la clase positiva es rara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TC2001B.601 - Ciencia de datos para la toma de decisiones I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00000"/>
                </a:solidFill>
                <a:latin typeface="Ubuntu"/>
              </a:rPr>
              <a:t>Ejemplos tomados del ejercicio: clientes prometedores en un casino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1828800" cy="457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El problema: una clase muy rara (~9 % "sí")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Una plataforma de casino en línea quiere detectar a sus clientes prometedores para campañas de retención, pero solo ~9 % lo son. Con una clase tan rara, la accuracy engaña y hay que rebalancear el entrenamiento. Aquí explicamos cada función del flujo con fragmentos reales del ejercicio.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560320"/>
            <a:ext cx="8595360" cy="33832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265176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Funciones que veremos, en orden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3035808"/>
            <a:ext cx="8302752" cy="2816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1.  read_csv() + factor(levels=...)  -  fijar la clase rara como evento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2.  initial_split() / vfold_cv() (strata)  -  partir conservando ~90/10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3.  recipe() + step_dummy() + step_normalize()  -  preparar para SMOTE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4.  step_downsample() / step_upsample() / step_smote()  -  rebalancear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5.  workflow() + metric_set()  -  una receta por técnica; métricas justas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6.  fit_resamples() + collect_metrics()  -  comparar técnicas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7.  last_fit() + conf_mat() + pr_curve()  -  evaluar al ganador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factor(levels = 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Fija "si" (la clase rara) como PRIMER nivel: yardstick lo toma como el evento positivo.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636776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417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clientes &lt;- read_csv("datos.csv")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select(-id_cliente) %&gt;%   # no es predictor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mutate(prometedor = factor(prometedor,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  levels = c("si", "no")))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levels(clientes$prometedor)   # "si" debe ir primero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05656"/>
            <a:ext cx="8595360" cy="2295144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97096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81144"/>
            <a:ext cx="8302752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read_csv() (de readr) lee el CSV como tibble; quitamos el id porque no es predictor.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factor() es obligatorio: conf_mat, roc_curve y metric_set fallan si el objetivo es texto.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 ORDEN de levels es lo distintivo: yardstick toma el primer nivel como evento. Por defecto sería alfabético ("no" primero) y recall, precision, f_meas y pr_auc se calcularían sobre la clase mayoritaria, sin valor.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Al poner "si" primero, esas métricas miden lo que el negocio busca.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Por qué accuracy engaña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Con desbalance, un modelo "tonto" que siempre dice "no" tiene accuracy alta y es inútil.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860803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6413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clientes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group_by(prometedor)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count()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ungroup()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mutate(porcentaje = 100 * (n / sum(n)))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prop.table(table(clientes$prometedor))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29683"/>
            <a:ext cx="8595360" cy="20711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421123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805171"/>
            <a:ext cx="8302752" cy="1504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clase "no" es ~91 % de los datos. Un modelo que SIEMPRE prediga "no" acierta ~91 % de las veces: accuracy alta, recall = 0.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Ese modelo no detecta ni un solo cliente prometedor; para el negocio no sirve, aunque su accuracy parezca buena.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Por eso medimos recall (cobertura de la clase rara), precision (calidad de las alertas), f_meas (su balance) y, sobre todo, pr_auc.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initial_split() (strata)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Parte en entrenamiento y prueba conservando la proporción ~90/10 de clases.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860803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6413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clientes_split &lt;- initial_split(data = clientes,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     prop = 0.75,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     strata = prometedor)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clientes_entrenamiento &lt;- clientes_split %&gt;% training()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clientes_prueba        &lt;- clientes_split %&gt;% testing()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29683"/>
            <a:ext cx="8595360" cy="20711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421123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805171"/>
            <a:ext cx="8302752" cy="1504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strata = prometedor estratifica: ambas partes conservan la mezcla ~90/10. Sin estratificar, con una clase tan rara el azar podría dejar muy pocos (o ningún) caso "si" en algún conjunto.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training() y testing() extraen cada parte; la prueba se reserva para el final.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set.seed() hace reproducible el corte aleatorio.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vfold_cv() (strata)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Crea los 5 pliegues de validación cruzada, también estratificados, solo sobre el entrenamiento.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folds_cv &lt;- vfold_cv(data = clientes_entrenamiento,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v = 5,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strata = prometedor)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Parte el entrenamiento en v = 5 porciones; en cada ronda entrena con 4 y valida con 1, hasta que cada fold valida una vez.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strata = prometedor mantiene la proporción ~90/10 dentro de cada fold: evita que algún fold se quede casi sin casos "si".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Sirve para estimar el desempeño SIN tocar la base de prueba.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recipe() + step_dummy() + step_normalize()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Receta base: imputa, convierte categóricas a dummies y estandariza. El orden está pensado para SMOTE.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receta_base &lt;-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recipe(prometedor ~ ., data = clientes_entrenamiento)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step_impute_median(all_numeric_predictors())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step_dummy(all_nominal_predictors())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step_normalize(all_numeric_predictors())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step_impute_median() va PRIMERO: ni el balanceo ni step_normalize toleran NAs.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step_dummy() convierte las categóricas en columnas 0/1. Es distintivo ponerlo ANTES de themis: step_smote() solo opera sobre predictores NUMÉRICOS.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step_normalize() (z-score) deja todo en la misma escala, necesario para que las distancias entre vecinos de SMOTE sean comparables.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 receta es solo una receta: se aplica dentro del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step_downsample()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Submuestrea la clase mayoritaria "no" hasta igualar a la minoría "si". Función del paquete themis.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library(themis)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receta_downsample &lt;- receta_base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step_downsample(prometedor)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Descarta observaciones de la mayoría "no" al azar hasta que ambas clases queden equilibradas.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Es la técnica más rápida y simple, pero tira información: pierde casos reales de la clase mayoritaria.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Solo se aplica al conjunto de entrenamiento de cada fold; nunca a la evaluación ni a la prueba.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step_upsample()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Replica observaciones de la minoría "si" hasta igualar a la mayoría. Función del paquete themis.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receta_upsample &lt;- receta_base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step_upsample(prometedor)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Copia (repite tal cual) observaciones de la clase rara "si" hasta equilibrar las clases.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No inventa datos nuevos: son repeticiones exactas, así que no agrega variedad y puede sobreajustar a esos casos.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Ventaja sobre downsample: no descarta información de la mayoría.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También se aplica solo al entrenamiento de cada fold.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step_smote()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Crea ejemplos SINTÉTICOS de la minoría interpolando entre cada caso raro y sus vecinos. Paquete themis.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receta_smote &lt;- receta_base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step_smote(prometedor)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 diferencia de upsample, no copia: genera puntos NUEVOS sobre la línea que une cada observación "si" con sus vecinos más cercanos.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Aporta variedad en lugar de copias exactas, lo que suele ayudar al modelo a generalizar mejor sobre la clase rara.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Por usar distancias entre vecinos exige predictores numéricos: por eso step_dummy() y step_normalize() van antes.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Igual que down/up: solo se aplica al entrenamiento, jamás a la evaluación.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workflow() (uno por técnica)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Empaqueta cada receta con el MISMO modelo, para que la comparación entre técnicas sea justa.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860803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6413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modelo_logistico &lt;- logistic_reg()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set_engine("glm")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set_mode("classification")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workflow_smote &lt;- workflow()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add_recipe(receta_smote)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add_model(modelo_logistico)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29683"/>
            <a:ext cx="8595360" cy="20711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421123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805171"/>
            <a:ext cx="8302752" cy="1504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Fijamos un único clasificador (regresión logística) para todas las técnicas: así lo ÚNICO que cambia entre workflows es el balanceo.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Hay un workflow por receta: sin balanceo, downsample, upsample y smote.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add_recipe() pega el preprocesamiento y add_model() el modelo; el workflow aplica el mismo preprocesamiento al predecir.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metric_set()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Agrupa las métricas adecuadas al desbalance; accuracy entra solo para contrastar, no para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metricas_desbalance &lt;- metric_set(recall, precision,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       f_meas, roc_auc,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       pr_auc, accuracy)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recall: de los clientes prometedores reales, qué fracción detecta el modelo (cobertura de la clase rara).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precision: de las alertas que da, qué fracción es correcta (calidad).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f_meas: media armónica de precision y recall (su balance).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roc_auc y pr_auc usan la probabilidad predicha, no la clase. pr_auc (área precision-recall) enfatiza la clase rara y es la métrica que recomendamos vigilar con desbalance.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fit_resamples()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Entrena y evalúa cada workflow en los 5 folds; el balanceo se aplica solo dentro de cada fold.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860803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6413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control_cv &lt;- control_resamples(save_pred = TRUE)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res_smote &lt;- fit_resamples(workflow_smote,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resamples = folds_cv,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metrics = metricas_desbalance,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             control = control_cv)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329683"/>
            <a:ext cx="8595360" cy="2071116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421123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805171"/>
            <a:ext cx="8302752" cy="1504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fit_resamples() ajusta y valida el workflow en cada uno de los 5 folds y promedia las métricas; lo corremos para las cuatro técnicas.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El rebalanceo (down/up/smote) ocurre dentro de cada fold, solo sobre su porción de entrenamiento; la evaluación usa la distribución real.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control_resamples(save_pred = TRUE) guarda las predicciones por si las necesitamos después.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collect_metrics()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Reúne las métricas promedio de cada técnica en una sola tabla comparable.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2532888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2313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lista_resultados &lt;- list(sin_balanceo = res_sin_balanceo,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                   downsample = res_downsample,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                   upsample = res_upsample,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                   smote = res_smote)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metricas_por_tecnica &lt;- lapply(names(lista_resultados),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function(nombre) {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collect_metrics(lista_resultados[[nombre]])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mutate(técnica = nombre)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})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001768"/>
            <a:ext cx="8595360" cy="1399032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5093208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5477256"/>
            <a:ext cx="8302752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collect_metrics() junta y promedia (sobre los 5 folds) las métricas de un objeto de resampling.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Usamos lapply para extraer y etiquetar las métricas de las cuatro técnicas; bind_rows() + pivot_wider() arman la tabla final, ordenada por pr_auc descendente.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Lectura de la tabla comparativa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Los números muestran por qué accuracy engaña: la línea base la maximiza pero casi no detecta la clase rara.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155448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comparacion_tecnicas &lt;- bind_rows(metricas_por_tecnica)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select(técnica, .metric, mean)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pivot_wider(names_from = .metric,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            values_from = mean) %&gt;%</a:t>
            </a:r>
          </a:p>
          <a:p>
            <a:pPr algn="l">
              <a:lnSpc>
                <a:spcPct val="108000"/>
              </a:lnSpc>
            </a:pPr>
            <a:r>
              <a:rPr sz="1200">
                <a:solidFill>
                  <a:srgbClr val="EAEDF0"/>
                </a:solidFill>
                <a:latin typeface="Menlo"/>
              </a:rPr>
              <a:t>  arrange(desc(pr_auc))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23359"/>
            <a:ext cx="85953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114799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498847"/>
            <a:ext cx="8302752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sin_balanceo: accuracy MÁS alta (~0.91) pero recall MÁS bajo (~0.11): detecta apenas uno de cada diez prometedores.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down/up/smote suben el recall a ~0.62-0.66 (detectan ~6 de cada 10) a costa de bajar la precision; su f_meas (~0.30) triplica al de la base.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Los pr_auc quedan casi empatados (~0.30-0.32): elegimos el de mayor pr_auc de forma programática, sin cablear una técnica a mano.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last_fit()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Reentrena el workflow ganador con TODO el entrenamiento y lo evalúa una sola vez sobre la prueba.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2532888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2313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nombre_ganador &lt;- comparacion_tecnicas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slice_max(pr_auc, n = 1)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pull(técnica)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workflow_ganador &lt;- workflows_disponibles[[nombre_ganador]]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set.seed(123)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ajuste_final &lt;- last_fit(workflow_ganador,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                   split = clientes_split,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                   metrics = metricas_desbalance)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001768"/>
            <a:ext cx="8595360" cy="1399032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5093208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5477256"/>
            <a:ext cx="8302752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slice_max(pr_auc) + pull() eligen el nombre de la técnica ganadora desde la tabla, sin fijarla a mano.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last_fit() reentrena con todo el entrenamiento y evalúa una vez en la prueba reservada, que NUNCA fue rebalanceada: así medimos sobre la distribución real que veremos en producción.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48640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enlo"/>
              </a:rPr>
              <a:t>conf_mat() + pr_curve() + roc_curve()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1E4C7D"/>
                </a:solidFill>
                <a:latin typeface="Ubuntu"/>
              </a:rPr>
              <a:t>Sobre las predicciones de la prueba: matriz de confusión y curvas que miran la clase positiva.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4C7D"/>
                </a:solidFill>
                <a:latin typeface="Ubuntu"/>
              </a:rPr>
              <a:t>Uso en el ejercicio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8595360" cy="2084831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8266176" cy="186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predicciones_finales &lt;- collect_predictions(ajuste_final)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conf_mat(predicciones_finales, truth = prometedor,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       estimate = .pred_class)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predicciones_finales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pr_curve(truth = prometedor, .pred_si) %&gt;%</a:t>
            </a:r>
          </a:p>
          <a:p>
            <a:pPr algn="l">
              <a:lnSpc>
                <a:spcPct val="108000"/>
              </a:lnSpc>
            </a:pPr>
            <a:r>
              <a:rPr sz="1100">
                <a:solidFill>
                  <a:srgbClr val="EAEDF0"/>
                </a:solidFill>
                <a:latin typeface="Menlo"/>
              </a:rPr>
              <a:t>  autoplot()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553712"/>
            <a:ext cx="8595360" cy="1847088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4645152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Qué hace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5029200"/>
            <a:ext cx="830275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collect_predictions() saca las predicciones (clase y probabilidades) sobre la prueba.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conf_mat() arma la matriz de confusión: aciertos y errores por clase.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- pr_curve() y roc_curve() reciben .pred_si (la probabilidad de "si", el primer nivel). La curva PR es más informativa que la ROC cuando la clase positiva es muy rara, porque se enfoca en esa clase.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8595360" cy="658368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74320"/>
            <a:ext cx="8321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Ubuntu"/>
              </a:rPr>
              <a:t>Resumen: rebalancear y medir bien la clase rara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493776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280160"/>
            <a:ext cx="83027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7A3A"/>
                </a:solidFill>
                <a:latin typeface="Ubuntu"/>
              </a:rPr>
              <a:t>Ideas clave para llevarte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664208"/>
            <a:ext cx="8302752" cy="437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Fijar "si" como PRIMER nivel del factor hace que recall, precision, f_meas y pr_auc midan la clase que importa.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Con desbalance la accuracy engaña: vigila recall, f_meas y sobre todo pr_auc.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step_dummy() y step_normalize() van ANTES de themis, porque step_smote() exige predictores numéricos.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down/up/smote solo se aplican al entrenamiento; se evalúa sobre la distribución real.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000000"/>
                </a:solidFill>
                <a:latin typeface="Ubuntu"/>
              </a:rPr>
              <a:t>- El objetivo no es subir la accuracy (puede bajar), sino DETECTAR a los clientes prometedores sin disparar demasiadas falsas alarmas.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565392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Sesión 19 - Clases desbalanceadas  -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Tecnológico de Monterrey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9144000" cy="32918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1E4C7D"/>
                </a:solidFill>
                <a:latin typeface="Ubuntu"/>
              </a:rPr>
              <a:t>Gracias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Ubuntu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