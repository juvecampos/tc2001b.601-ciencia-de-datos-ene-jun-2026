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Sesión 16: KNN, workflows,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validación cruzada y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Las funciones de tidymodels que usamos, una por 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TC2001B.601 - Ciencia de datos para la toma de decisiones I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Ejemplos tomados del ejercicio: aprobación de crédito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flujo de tidymodels, función por función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Cada modelo de este curso sigue el mismo recorrido. En esta sesión explicamos qué hace cada función del flujo, con fragmentos reales del ejercicio de aprobación de crédito.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60320"/>
            <a:ext cx="8595360" cy="33832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265176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Funciones que veremos, en orden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3035808"/>
            <a:ext cx="8302752" cy="2816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1.  read_csv()  -  cargar los datos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2.  initial_split() / training() / testing()  -  partir los datos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3.  recipe() + step_*()  -  preprocesamiento (feature engineering)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4.  nearest_neighbor() + set_engine() + set_mode()  -  el modelo KNN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5.  workflow() + add_recipe() + add_model()  -  empaquetar todo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6.  vfold_cv() + grid_regular() + tune_grid()  -  validación y tuning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7.  select_best() + finalize_workflow() + last_fit()  -  elegir y evaluar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read_csv()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Carga el CSV como tibble; después quitamos el id y volvemos factor el objetivo.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creditos &lt;- read_csv("datos.csv")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select(-id_solicitud)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mutate(aprobado = factor(aprobado))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read_csv() (de readr) lee el archivo y lo deja como tibble, con tipos de columna inferidos.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select(-id_solicitud) descarta el identificador: no es predictor, solo añadiría ruido a la distancia de KNN.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factor(aprobado): yardstick y parsnip exigen que el objetivo de clasificación sea factor, no texto.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initial_split()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Separa los datos en entrenamiento y prueba, conservando la proporción de clases.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set.seed(2026)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creditos_split &lt;- initial_split(data = creditos,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   prop = 0.75,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   strata = aprobado)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creditos_entrenamiento &lt;- creditos_split %&gt;% training()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creditos_prueba        &lt;- creditos_split %&gt;% testing()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initial_split() define el corte (aquí 75% / 25%). strata = aprobado estratifica: ambas partes mantienen la misma mezcla de sí/no.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training() y testing() extraen cada parte. La prueba se 'guarda en una caja fuerte': solo se usa al final.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set.seed() hace reproducible el corte aleatorio.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recipe()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Declara la receta de preprocesamiento: la fórmula y la secuencia de pasos.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860803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6413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receta_creditos &lt;-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recipe(aprobado ~ ., data = creditos_entrenamiento)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step_impute_median(all_numeric_predictors())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step_nzv(all_predictors())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step_corr(all_numeric_predictors(), threshold = 0.7)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step_normalize(all_numeric_predictors())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step_zv(all_predictors())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29683"/>
            <a:ext cx="8595360" cy="20711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421123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805171"/>
            <a:ext cx="8302752" cy="1504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recipe(aprobado ~ .) dice 'predice aprobado usando todas las demás variables'.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Encadenamos pasos step_*() con %&gt;%. El ORDEN importa: imputar primero, porque los pasos siguientes no toleran NAs.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receta es solo una RECETA: aún no toca los datos; se aplica dentro del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step_impute_median()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Rellena los valores faltantes (NAs) de las variables numéricas con su mediana.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step_impute_median(all_numeric_predictors())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Sustituye cada NA por la mediana de esa columna, calculada SOLO con el entrenamiento (evita filtrar información de la prueba).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mediana es robusta a valores extremos (p. ej. ingresos muy altos).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all_numeric_predictors() es un selector: aplica el paso a todas las columnas numéricas que sean predictores.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step_corr()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Elimina predictores numéricos redundantes por estar muy correlacionados entre sí.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step_corr(all_numeric_predictors(), threshold = 0.7)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Si dos variables miden casi lo mismo (p. ej. monto y pago mensual), en KNN esa información pesaría DOBLE en la distancia.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threshold = 0.7: descarta variables cuya correlación supere 0.7, dejando una representante del grupo.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Reduce colinealidad y dimensiones sin perder señal.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step_normalize()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Estandariza cada predictor a media 0 y desviación 1. Es el paso CRÍTICO para KNN.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step_normalize(all_numeric_predictors())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KNN mide distancias. Sin normalizar, una variable en miles de pesos (monto) aplastaría a otra de conteo pequeño (núm. de créditos).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Tras normalizar, todas las variables contribuyen en la misma escala a la distancia.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Igual que la imputación, los parámetros (media y sd) se estiman con el entrenamiento.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step_nzv()  /  step_zv()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Quitan predictores sin información: varianza casi nula (nzv) o exactamente cero (zv).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step_nzv(all_predictors())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... otros pasos ...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step_zv(all_predictors())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step_nzv() elimina variables casi constantes (near-zero variance): casi no varían, así que no ayudan a discriminar.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step_zv() elimina las que quedaron con varianza CERO tras los pasos anteriores (una limpieza de seguridad al final).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Menos columnas inútiles = distancias más limpias y modelo más estable.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nearest_neighbor()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Especifica el modelo KNN: cuántos vecinos, con qué motor y en qué modo.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modelo_knn_tune &lt;-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nearest_neighbor(neighbors = tune(),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weight_func = "rectangular")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set_engine("kknn")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set_mode("classification")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nearest_neighbor() declara el modelo. neighbors = el número de vecinos k; tune() significa 'a determinar por validación cruzada'.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weight_func = "rectangular": voto mayoritario no ponderado (KNN clásico), para ver el equilibrio sesgo-varianza.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set_engine("kknn") elige el paquete que ejecuta el modelo; set_mode("classification") fija que es clasificación.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workflow()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Empaqueta la receta y el modelo en un solo objeto, robusto y reutilizable.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workflow_knn_tune &lt;- workflow()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add_recipe(receta_creditos)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add_model(modelo_knn_tune)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workflow() crea el contenedor. add_recipe() le pega el preprocesamiento y add_model() el modelo.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Ventaja clave: al ajustar, hace internamente prep + bake + fit; al predecir, aplica el MISMO preprocesamiento a los datos nuevos.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Evita el error común de olvidar transformar la base de prueba.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fit()  /  predict()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Entrena el workflow sobre el entrenamiento y predice sobre datos nuevos.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860803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6413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workflow_knn_fijo_fit &lt;- workflow_knn_fijo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fit(data = creditos_entrenamiento)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predict(workflow_knn_fijo_fit, creditos_prueba,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type = "class")   # clase predicha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predict(workflow_knn_fijo_fit, creditos_prueba,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type = "prob")    # probabilidades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29683"/>
            <a:ext cx="8595360" cy="20711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421123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805171"/>
            <a:ext cx="8302752" cy="1504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fit() ajusta todo el workflow (receta + modelo) con los datos de entrenamiento.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predict(type = "class") devuelve la clase; type = "prob" devuelve las probabilidades de cada clase (útiles para ROC/AUC).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No hace falta 'hornear' la prueba a mano: el workflow lo hace.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vfold_cv()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Crea los pliegues (folds) de validación cruzada sobre el entrenamiento.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set.seed(2026)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folds_cv &lt;- vfold_cv(data = creditos_entrenamiento,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v = 5,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strata = aprobado)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Parte el entrenamiento en v = 5 porciones. En cada ronda usa 4 para entrenar y 1 para validar; rota hasta que cada fold valida una vez.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Sirve para estimar el desempeño SIN tocar la prueba.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strata = aprobado mantiene la proporción de clases en cada fold.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grid_regular() + tune()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Define la lista de valores candidatos del hiperparámetro a probar.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en el modelo: neighbors = tune() marca el parámetro a buscar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grilla_k &lt;- grid_regular(neighbors(range = c(1, 101)),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levels = 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tune() (en el modelo) es un marcador: 'este valor no lo fijo yo, se elige con datos'.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neighbors(range = c(1, 101)) describe el rango razonable de k.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grid_regular(..., levels = 12) genera 12 valores uniformes dentro de ese rango: la grilla que el tuning recorrerá.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tune_grid()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Corre la validación cruzada para cada valor de k y guarda sus métricas.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resultados_tuning &lt;- workflow_knn_tune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tune_grid(resamples = folds_cv,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grid = grilla_k,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metrics = metricas_tuning)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Para CADA k de la grilla, ajusta el workflow en los 5 folds y promedia las métricas. Es el corazón del tuning.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resamples = los folds; grid = los k a probar; metrics = qué medir (definido con metric_set).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Devuelve una tabla de resultados por k, lista para comparar.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" y="274320"/>
            <a:ext cx="6762307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599" y="434227"/>
            <a:ext cx="615093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enlo"/>
              </a:rPr>
              <a:t>collect_metrics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() + </a:t>
            </a:r>
            <a:r>
              <a:rPr sz="2200" b="1" i="0" dirty="0" err="1">
                <a:solidFill>
                  <a:srgbClr val="FFFFFF"/>
                </a:solidFill>
                <a:latin typeface="Menlo"/>
              </a:rPr>
              <a:t>select_best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Resume las métricas por k y elige el mejor según el criterio que pidamos.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collect_metrics(resultados_tuning)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mejor_k &lt;- resultados_tuning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select_best(metric = "roc_auc")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collect_metrics() junta y promedia las métricas de todos los folds, una fila por k: útil para graficar la curva AUC vs k.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select_best(metric = "roc_auc") devuelve el k con mejor AUC promedio.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Aquí el mejor k cae DENTRO de la grilla (equilibrio sesgo-varianza), no en sus extremos.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6177516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599" y="434227"/>
            <a:ext cx="581069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enlo"/>
              </a:rPr>
              <a:t>finalize_workflow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() + </a:t>
            </a:r>
            <a:r>
              <a:rPr sz="2200" b="1" i="0" dirty="0" err="1">
                <a:solidFill>
                  <a:srgbClr val="FFFFFF"/>
                </a:solidFill>
                <a:latin typeface="Menlo"/>
              </a:rPr>
              <a:t>last_fit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Inyecta el k ganador, reentrena con todo el entrenamiento y evalúa en la prueba.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workflow_knn_final &lt;- workflow_knn_tune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finalize_workflow(mejor_k)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ajuste_final &lt;- workflow_knn_final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last_fit(split = creditos_split,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metrics = metricas_tuning)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finalize_workflow(mejor_k) fija el hiperparámetro tune() con el valor elegido.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last_fit() hace, en un solo paso: reentrena con TODO el entrenamiento y evalúa en la prueba reservada.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Es la estimación honesta del desempeño en datos nunca vistos.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metric_set() + roc_auc() + conf_mat()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Definen y calculan las métricas de evaluación de la clasificación.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metricas_tuning &lt;- metric_set(roc_auc, accuracy,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 sensitivity, yardstick::spec)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roc_auc(predicciones_finales, truth = aprobado, .pred_no)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conf_mat(predicciones_finales, truth = aprobado,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estimate = .pred_class)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metric_set() agrupa varias métricas en un solo evaluador reutilizable.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roc_auc() resume, con un número (0.5 = azar, 1 = perfecto), qué tan bien el modelo ordena los casos por probabilidad.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conf_mat() arma la matriz de confusión: aciertos y errores por clase.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Resumen: el mismo flujo para cualquier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49377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Ideas clave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64208"/>
            <a:ext cx="8302752" cy="437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recipe() + step_*() preparan los datos; el orden de los pasos importa.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workflow() une receta y modelo, y evita errores al predecir.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vfold_cv() + tune_grid() eligen hiperparámetros SIN tocar la prueba.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select_best() + finalize_workflow() + last_fit() cierran el ciclo con una evaluación honesta.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Cambiar de modelo (de KNN a otro) solo cambia nearest_neighbor() por otra especificación: el resto del flujo es idéntico.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16 - KNN y workflows  -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2479</Words>
  <Application>Microsoft Macintosh PowerPoint</Application>
  <PresentationFormat>Presentación en pantalla (4:3)</PresentationFormat>
  <Paragraphs>220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Menlo</vt:lpstr>
      <vt:lpstr>Ubuntu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Juvenal Campos Ferreira</cp:lastModifiedBy>
  <cp:revision>2</cp:revision>
  <dcterms:created xsi:type="dcterms:W3CDTF">2013-01-27T09:14:16Z</dcterms:created>
  <dcterms:modified xsi:type="dcterms:W3CDTF">2026-05-25T03:19:18Z</dcterms:modified>
  <cp:category/>
</cp:coreProperties>
</file>