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Sesión 17: ML + IA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Regresión con tidymodels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Las funciones de R que usamos, una por 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TC2001B.601 - Ciencia de datos para la toma de decisiones 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Ejemplos tomados del ejercicio: costo médico anual (regresión)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flujo de regresión, función por función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El objetivo es predecir el costo médico anual de un paciente, en pesos. Es un problema de regresión: la variable objetivo es numérica y está sesgada a la derecha, así que modelamos su logaritmo. Recorremos cada función con fragmentos reales del ejercicio.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8595360" cy="3383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6517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Funciones que veremos, en orden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35808"/>
            <a:ext cx="8302752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 read_csv() + select()  -  cargar y quitar el id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 initial_split() / training() / testing()  -  partir los datos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 recipe() + step_log()  -  receta y log de la objetivo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 step_impute_median() / step_dummy() / step_normalize()  -  preparar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 nearest_neighbor() + set_mode("regression")  -  el modelo KNN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 workflow() + vfold_cv() + tune_grid()  -  empaquetar y tunear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7.  select_best() + last_fit() + métricas en pesos  -  cerrar el ciclo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read_csv() + select()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Carga el CSV como tibble y quita el identificador, que no es un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costos &lt;- read_csv("datos.csv")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select(-id_paciente)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read_csv() (de readr) lee el archivo y lo deja como tibble, con tipos de columna inferidos.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select(-id_paciente) descarta el identificador: dejarlo no aporta señal y podría inducir fuga de información (data leakage).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objetivo costo_anual_mxn se queda numérica: por eso es regresión, no clasificación.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summarise() + log()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Comparamos media contra mediana para detectar el sesgo a la derecha de la objetivo.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costos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summarise(media = mean(costo_anual_mxn),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mediana = median(costo_anual_mxn))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si media &gt;&gt; mediana hay cola larga a la derecha;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log() comprime esa cola y simetriza la distribución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 la media es bastante mayor que la mediana, hay sesgo a la derecha: una cola larga de costos altos, típica de variables monetarias.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log() comprime esa cola y vuelve la distribución más simétrica, lo que facilita el ajuste del modelo.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Esta exploración motiva la decisión de modelar log(costo) en la receta.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initial_split()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Separa los datos en entrenamiento y prueba, conservando la distribución del costo.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costos_split &lt;- initial_split(data = costos,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prop = 0.75,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strata = costo_anual_mxn)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costos_entrenamiento &lt;- costos_split %&gt;% training()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costos_prueba        &lt;- costos_split %&gt;% testing()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initial_split() define el corte (aquí 75% / 25%). En regresión estratificamos por la propia objetivo numérica con strata.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Así la distribución del costo queda parecida en ambas particiones.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training() y testing() extraen cada parte; la prueba se reserva para el final. set.seed() hace reproducible el corte.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recipe()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Declara la receta de preprocesamiento: la fórmula y la secuencia de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30886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2089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receta_costos &lt;-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recipe(costo_anual_mxn ~ ., data = costos_entrenamiento)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step_log(costo_anual_mxn, base = exp(1))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step_impute_median(all_numeric_predictors())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step_unknown(all_nominal_predictors())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step_nzv(all_predictors())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step_normalize(all_numeric_predictors())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step_dummy(all_nominal_predictors())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step_zv(all_predictors())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777740"/>
            <a:ext cx="8595360" cy="16230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8691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253228"/>
            <a:ext cx="8302752" cy="10561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recipe(costo_anual_mxn ~ .) dice 'predice el costo usando todas las demás variables'.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Encadenamos pasos step_*() con %&gt;%. El ORDEN importa: primero el log de la objetivo y la imputación, antes de los pasos que no toleran NAs.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receta es solo una RECETA: aún no toca los datos; se aplica dentro del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step_log()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Transforma la objetivo a su logaritmo. Es el paso DISTINTIVO de esta regresión.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step_log(costo_anual_mxn, base = exp(1))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costo está sesgado a la derecha (tipo log-normal). Modelar log(costo) ESTABILIZA la varianza y LINEALIZA relaciones multiplicativas.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Reduce el peso de los valores extremos, que de otro modo dominarían el error cuadrático.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CONSECUENCIA: el modelo predice en escala log. Para reportar en pesos hay que EXPONENCIAR de vuelta con exp() al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step_impute_median()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Rellena los valores faltantes (NAs) de las variables numéricas con su mediana.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step_impute_median(all_numeric_predictors())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En estos datos imc tiene cerca de 4% de NAs; este paso los sustituye por la mediana de la columna.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mediana se calcula SOLO con el entrenamiento (evita filtrar información de la prueba) y es robusta a valores extremos.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all_numeric_predictors() es un selector: aplica el paso a todas las columnas numéricas que sean predictores.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step_dummy() + step_unknown()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Codifican las variables categóricas como columnas binarias, tras tratar sus 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step_unknown(all_nominal_predictors())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8CA68C"/>
                </a:solidFill>
                <a:latin typeface="Menlo"/>
              </a:rPr>
              <a:t># ... otros pasos ...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step_dummy(all_nominal_predictors())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Hay categóricas: sexo, fumador y region. KNN necesita números, no texto.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step_unknown() convierte los NAs categóricos en un nivel 'unknown' ANTES de crear las dummies, para no perder filas.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step_dummy() crea una columna 0/1 por cada nivel (menos uno de referencia): así las categorías entran en la distancia de KNN.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step_normalize()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Estandariza cada predictor numérico a media 0 y desviación 1. Es CRÍTICO para KNN.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KNN mide distancias. Sin normalizar, una variable en miles de pesos aplastaría a otra de escala pequeña, como las horas de actividad.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Tras normalizar, todas las variables contribuyen en la misma escala a la distancia.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Igual que la imputación, los parámetros (media y sd) se estiman con el entrenamiento.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nearest_neighbor() + set_mode()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Especifica el modelo KNN en modo regresión: promedia el valor de los k vecinos.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modelo_knn &lt;- nearest_neighbor(neighbors = tune())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set_engine("kknn")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set_mode("regression")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nearest_neighbor() declara el modelo. neighbors = el número de vecinos k; tune() significa 'a determinar por validación cruzada'.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set_mode("regression"): a diferencia de la clasificación, no vota una clase, sino que PROMEDIA el log del costo de los k vecinos más cercanos.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set_engine("kknn") elige el paquete que ejecuta el modelo.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workflow()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Empaqueta la receta y el modelo en un solo objeto, robusto y reutilizable.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workflow_knn &lt;- workflow()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add_recipe(receta_costos)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add_model(modelo_knn)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workflow() crea el contenedor. add_recipe() le pega el preprocesamiento y add_model() el modelo.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Ventaja clave: al ajustar hace internamente prep + bake + fit; al predecir aplica el MISMO preprocesamiento a los datos nuevos.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Evita el error común de olvidar transformar la base de prueba.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vfold_cv()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Crea los pliegues (folds) de validación cruzada sobre el entrenamiento.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folds_cv &lt;- vfold_cv(data = costos_entrenamiento,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v = 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strata = costo_anual_mxn)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Parte el entrenamiento en v = 5 porciones. En cada ronda usa 4 para entrenar y 1 para validar; rota hasta que cada fold valida una vez.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Sirve para estimar el desempeño SIN tocar la prueba.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strata = costo_anual_mxn mantiene la distribución del costo en cada fold.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tibble(neighbors=) + tune_grid()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Definen la lista de valores de k y corren la validación cruzada para cada uno.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grilla_k &lt;- tibble(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neighbors = c(3, 5, 7, 11, 15, 21, 31, 51, 75, 101))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resultados_tuning &lt;- workflow_knn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tune_grid(resamples = folds_cv,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grid = grilla_k,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metrics = metricas_tuning)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tune() (en el modelo) marca el parámetro a buscar; la grilla lista los valores candidatos de k a probar.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tune_grid() ajusta el workflow en los 5 folds para CADA k y promedia sus métricas. Es el corazón del tuning.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resamples = los folds; grid = los k; metrics = qué medir. Devuelve una tabla por k lista para comparar.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metric_set() + rmse() + rsq() + mae()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Definen las métricas de regresión con que evaluamos el modelo (no AUC).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metricas_tuning &lt;- metric_set(rmse, rsq, mae)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collect_metrics(resultados_tuning)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metric_set() agrupa varias métricas de regresión en un evaluador reutilizable.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rmse: raíz del error cuadrático medio, penaliza fuerte los errores grandes; es la principal aquí. mae: error absoluto medio, más robusto.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rsq (R cuadrada): proporción de la variación del costo que explica el modelo; cerca de 1 es mejor.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OJO: en el tuning estas métricas están en escala LOGARÍTMICA.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select_best() + finalize_workflow()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Elige el mejor k (menor RMSE) y lo inyecta en el workflow para finalizarlo.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mejor_k &lt;- resultados_tuning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select_best(metric = "rmse")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workflow_knn_final &lt;- workflow_knn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finalize_workflow(mejor_k)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select_best(metric = "rmse") devuelve el k con menor RMSE promedio en CV. En regresión queremos minimizar el error, no maximizar AUC.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finalize_workflow(mejor_k) fija el hiperparámetro tune() con el valor elegido.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k elegido por CV equilibra sesgo y varianza.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last_fit() + métricas en pesos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Reentrena con todo el entrenamiento, evalúa en la prueba y exponencia para reportar en MXN.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30886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2089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ajuste_final &lt;- workflow_knn_final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last_fit(split = costos_split,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metrics = metric_set(rmse, rsq, mae))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predicciones_finales &lt;- collect_predictions(ajuste_final)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mutate(pred_pesos = exp(.pred),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real_pesos = exp(costo_anual_mxn))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metricas_pesos(predicciones_finales,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truth = real_pesos, estimate = pred_pesos)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777740"/>
            <a:ext cx="8595360" cy="16230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8691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253228"/>
            <a:ext cx="8302752" cy="10561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last_fit() reentrena con TODO el entrenamiento y evalúa en la prueba reservada en un solo paso: la estimación honesta del desempeño.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Las predicciones salen en escala log; exp() las regresa a pesos junto con el valor real.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Recalculamos rmse y mae sobre los pesos: así el error se lee directamente en MXN, que es lo que entiende el área de negocio.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Resumen: regresión con el mismo flujo de tidymodels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En regresión la objetivo es numérica; si está sesgada, step_log() la simetriza y luego exp() devuelve los resultados a pesos.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recipe() + step_*() preparan los datos; el orden de los pasos importa (log e imputación primero, dummies y normalización después).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set_mode("regression") es lo único que cambia en el modelo KNN: promedia en vez de votar.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Las métricas son rmse, rsq y mae (no AUC); elegimos k por el menor RMSE con vfold_cv() + tune_grid().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Sesión ML + IA: el archivo prompt_estudiante.md trae un prompt para que un LLM te GUÍE por este flujo respetando el estilo del curso, sin resolvértelo.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17 - ML + IA (regresión)  -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