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KNN, validación cruzada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y ajuste de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Sesión 16 · Cómo una computadora aprende a decidir mirando a sus vecinos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Tecnológico de Monterrey  ·  TC2001B.601 Ciencia de datos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Prof. Jorge Juvenal Campos Ferreira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¿Qué es predecir con datos?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gran idea de KNN: tus vecinos te describen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número k lo cambia todo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Preparar los datos para que KNN funcione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¿El modelo de verdad sirve? Entrenar vs evaluar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Validación cruzada: elegir k con honestidad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Juntar todo en un workflow y afinarlo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Medir qué tan bueno es: matriz de confusión y 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¿Qué es predecir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con datos?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De ejemplos del pasado a decisiones del futuro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Aprendizaje supervisado</a:t>
            </a:r>
          </a:p>
        </p:txBody>
      </p:sp>
      <p:pic>
        <p:nvPicPr>
          <p:cNvPr id="5" name="Picture 4" descr="01_supervis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3" y="1234440"/>
            <a:ext cx="816505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modelo ve muchos ejemplos resueltos y aprende el patrón.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Supervisado = aprendemos de ejemplos que YA traen la respuesta correcta (aquí: solicitudes pasadas que sabemos si se aprobaron).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Dos tipos de predicción</a:t>
            </a:r>
          </a:p>
        </p:txBody>
      </p:sp>
      <p:pic>
        <p:nvPicPr>
          <p:cNvPr id="5" name="Picture 4" descr="02_clasif_reg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78" y="1234440"/>
            <a:ext cx="732364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Clasificación predice una categoría; regresión predice un número.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Hoy haremos CLASIFICACIÓN: la respuesta es 'sí' o 'no' (¿se aprueba la solicitud de crédito?).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Nuestro problema de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Una institución financiera recibe solicitudes de crédito y debe decidir si las APRUEBA o las RECHAZA. Tenemos 950 solicitudes del pasado, cada una con datos del solicitante (edad, ingreso, score de crédito, deudas...) y la decisión que se tomó. Queremos un modelo que prediga la decisión para solicitudes nuevas.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aprender a calificar solicitudes viendo miles de casos ya resueltos, para luego calificar una nueva tú solo.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La gran idea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de KNN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k vecinos más cercanos: dime con quién te pareces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intuición detrás de KNN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Si quieres adivinar si a alguien le gustará una película, preguntas a las personas más PARECIDAS a esa persona (misma edad, mismos gustos) y ves qué opina la mayoría.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KNN hace exactamente eso: para clasificar un caso nuevo, busca los casos más parecidos que ya conoce y copia la respuesta de la mayoría.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Cada solicitud es un punto</a:t>
            </a:r>
          </a:p>
        </p:txBody>
      </p:sp>
      <p:pic>
        <p:nvPicPr>
          <p:cNvPr id="5" name="Picture 4" descr="03_espa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89" y="1234440"/>
            <a:ext cx="604082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Dos solicitudes parecidas quedan cerca; dos muy distintas, lejos.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Colocamos cada solicitud en un 'mapa' según sus características. Aquí lo vemos en 2 ejes; el modelo real usa muchos más.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significa 'cercano'?</a:t>
            </a:r>
          </a:p>
        </p:txBody>
      </p:sp>
      <p:pic>
        <p:nvPicPr>
          <p:cNvPr id="5" name="Picture 4" descr="04_dis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67" y="1234440"/>
            <a:ext cx="549926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 distancia mide qué tan diferentes son dos personas.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Entre más pequeña la distancia, más se parecen. Es el mismo Teorema de Pitágoras que viste en prepa, pero con datos.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KNN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No hay fórmulas mágicas: solo medir, ordenar y votar.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Llega un caso nuevo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Una solicitud sin clasificar todavía.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Medir distancias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Calculamos qué tan lejos está de cada caso conocido.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los k más cercanos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Nos quedamos con los k vecinos más parecidos (por ejemplo, k = 5).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Votar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clase que más se repite entre esos k vecinos gana.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Asignar la clase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caso nuevo recibe la clase ganadora.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votación en acción</a:t>
            </a:r>
          </a:p>
        </p:txBody>
      </p:sp>
      <p:pic>
        <p:nvPicPr>
          <p:cNvPr id="5" name="Picture 4" descr="05_knn_v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41" y="1234440"/>
            <a:ext cx="584351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Con k = 5, ganan 3 votos de 'aprobado' sobre 2 de 'rechazado'.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caso nuevo (estrella) se clasifica como 'aprobado' porque la mayoría de sus 5 vecinos más cercanos lo 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KNN es un modelo 'perezoso'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 diferencia de otros modelos, KNN no calcula fórmulas ni 'estudia' por adelantado: simplemente GUARDA todos los ejemplos. El trabajo lo hace hasta que llega un caso nuevo y toca medir distancias y votar.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un estudiante que no estudia antes, pero tiene todos sus apuntes a la mano y los consulta justo en el examen.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El número k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lo cambia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Pocos vecinos vs muchos vecinos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 es una decisión nuestra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 es cuántos vecinos consultamos para votar. No lo aprenden los datos: lo elegimos nosotros. Y cambiarlo cambia por completo cómo el modelo separa una clase de otra (su 'frontera de decisión').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¿Le preguntas solo a 1 amigo o a 100? La respuesta puede cambiar muchísimo según a cuántos consultes.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frontera según k</a:t>
            </a:r>
          </a:p>
        </p:txBody>
      </p:sp>
      <p:pic>
        <p:nvPicPr>
          <p:cNvPr id="5" name="Picture 4" descr="06_frontera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4039"/>
            <a:ext cx="8229600" cy="3544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Misma información, tres valores de k: la frontera cambia mucho.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Con k = 1 la frontera es muy retorcida; con k = 120 es casi una línea recta. En medio está el equilibrio.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 pequeño vs k grande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Los dos extremos son malos, por razones opuestas.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k = 1: sobreajuste</a:t>
            </a:r>
          </a:p>
        </p:txBody>
      </p:sp>
      <p:pic>
        <p:nvPicPr>
          <p:cNvPr id="8" name="Picture 7" descr="07_frontera_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17" y="2267712"/>
            <a:ext cx="2585965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800600"/>
            <a:ext cx="4251960" cy="118871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910328"/>
            <a:ext cx="395935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Le hace demasiado caso a CADA punto, hasta al ruido.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Frontera muy retorcida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Memoriza en vez de generalizar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Falla con datos nuevos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k = 120: subajuste</a:t>
            </a:r>
          </a:p>
        </p:txBody>
      </p:sp>
      <p:pic>
        <p:nvPicPr>
          <p:cNvPr id="13" name="Picture 12" descr="08_frontera_kgran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774" y="2267712"/>
            <a:ext cx="2583852" cy="2468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17720" y="4800600"/>
            <a:ext cx="4251960" cy="1188719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4910328"/>
            <a:ext cx="395935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Promedia tantos vecinos que borra el detalle real.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Frontera demasiado plana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Ignora patrones verdaderos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También falla, por simplón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equilibrio sesgo-varianza</a:t>
            </a:r>
          </a:p>
        </p:txBody>
      </p:sp>
      <p:pic>
        <p:nvPicPr>
          <p:cNvPr id="5" name="Picture 4" descr="09_sesgo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78" y="1234440"/>
            <a:ext cx="646004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error en datos nuevos baja, toca un mínimo y vuelve a subir.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'punto dulce' es el k que da el menor error con datos NUEVOS: ni tan chico que memorice, ni tan grande que simplifique de más.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Sesgo y varianza, sin tecnicismos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7D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D3C66"/>
                </a:solidFill>
                <a:latin typeface="Ubuntu"/>
              </a:rPr>
              <a:t>Analogía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SESGO alto = estudiar de más con reglas demasiado simples ('todo es 2+2') y equivocarte por simplón.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VARIANZA alta = memorizar cada ejemplo del libro al pie de la letra y perderte si el examen cambia una coma.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buen modelo, como el buen estudiante, está en el punto medio.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Preparar los datos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para KNN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Porque KNN mide distancias, los detalles importan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¡Cuidado con las escalas!</a:t>
            </a:r>
          </a:p>
        </p:txBody>
      </p:sp>
      <p:pic>
        <p:nvPicPr>
          <p:cNvPr id="5" name="Picture 4" descr="10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94" y="1234440"/>
            <a:ext cx="765341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Sin normalizar, la variable de números grandes domina la distancia.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ingreso (en miles) y el número de créditos (0 a 8) viven en escalas muy distintas. KNN creería que el ingreso es lo único que importa.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Normalizar pone todo en la misma escala</a:t>
            </a:r>
          </a:p>
        </p:txBody>
      </p:sp>
      <p:pic>
        <p:nvPicPr>
          <p:cNvPr id="5" name="Picture 4" descr="12_norm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4958"/>
            <a:ext cx="8229600" cy="39423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Estandarizar: restar la media y dividir entre la desviación.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Tras normalizar, toda variable tiene media 0 y desviación 1. Ahora todas pesan igual al medir distancias. Es el paso CLAVE para KNN.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Variables que dicen lo mismo</a:t>
            </a:r>
          </a:p>
        </p:txBody>
      </p:sp>
      <p:pic>
        <p:nvPicPr>
          <p:cNvPr id="5" name="Picture 4" descr="11_coline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334" y="1234440"/>
            <a:ext cx="562533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Monto y pago mensual están casi perfectamente correlacionados.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Si dos variables miden casi lo mismo, esa información pesa DOBLE en la distancia. Quitamos una para no contar lo mismo dos veces.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Datos faltantes (NA)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la vida real, algunas celdas vienen vacías: un solicitante no reportó su ingreso, otro no tiene score. KNN no puede medir distancias con huecos. La solución más común es IMPUTAR: rellenar el hueco con un valor razonable, como la mediana de esa columna.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Si en una lista falta un dato, lo rellenamos con el valor 'típico' del grupo para no tener que tirar toda la fila.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receta de preparación (en orden)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El ORDEN importa: cada paso prepara el terreno para el siguiente.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1. Imputar faltantes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Rellenar los NA con la mediana. Va primero porque los pasos siguientes no toleran huecos.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2. Quitar lo casi constante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Variables que casi no cambian no ayudan a distinguir; fuera.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3. Quitar redundantes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dos variables están muy correlacionadas, conservamos una.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4. Normalizar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Poner todas las variables en la misma escala. El paso decisivo para KNN.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¿El modelo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de verdad sirve?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Entrenar es fácil; evaluar con honestidad es lo difícil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gran trampa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Error que hay que evitar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Si calificamos al modelo con los MISMOS datos con los que aprendió, siempre saldrá excelente: ¡ya vio las respuestas!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Es como darle a un estudiante el examen con las respuestas y luego presumir su 10. No prueba nada sobre casos nuevos.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Separar entrenamiento y prueba</a:t>
            </a:r>
          </a:p>
        </p:txBody>
      </p:sp>
      <p:pic>
        <p:nvPicPr>
          <p:cNvPr id="5" name="Picture 4" descr="13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5384"/>
            <a:ext cx="8229600" cy="2821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Reservamos un 25% que el modelo no verá hasta el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base de prueba se 'guarda en la caja fuerte': solo la usamos al final, para una calificación honesta con datos verdaderamente nuevos.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Un nuevo problema: ¿cómo elegimos k?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Necesitamos probar varios valores de k y quedarnos con el mejor. Pero NO podemos usar la base de prueba para eso: si la usáramos para elegir k, dejaría de ser 'nueva' y volveríamos a hacer trampa.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Necesitamos un 'examen de práctica' que salga del material de estudio, sin tocar el examen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Validación cruzada (k-fold)</a:t>
            </a:r>
          </a:p>
        </p:txBody>
      </p:sp>
      <p:pic>
        <p:nvPicPr>
          <p:cNvPr id="5" name="Picture 4" descr="14_cv_f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03" y="1234440"/>
            <a:ext cx="706859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Partimos el entrenamiento en 5 bloques y rotamos cuál se valida.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En cada ronda, 4 bloques entrenan y 1 valida. Así cada bloque sirve de 'examen de práctica' una vez, sin tocar la prueba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Validación cruzada, paso a paso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430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064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Partir en 5 bloques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35608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Dividimos solo el entrenamiento en 5 partes iguales.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139696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Entrenar y validar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32304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Entrenamos con 4 bloques y medimos en el que quedó fuera.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136392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9981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Rotar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29000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Repetimos 5 veces, cambiando cuál bloque se queda fuera.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133088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96512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Promediar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25696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Promediamos las 5 mediciones: estimación estable del desempeño.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5129784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93208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Repetir por cada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22392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Hacemos todo esto para cada k candidato y comparamos.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Juntar todo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y afinarlo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Workflows y ajuste de hiperparámetros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un workflow?</a:t>
            </a:r>
          </a:p>
        </p:txBody>
      </p:sp>
      <p:pic>
        <p:nvPicPr>
          <p:cNvPr id="5" name="Picture 4" descr="1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3" y="1234440"/>
            <a:ext cx="816505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Empaqueta la receta de preparación y el modelo en un solo objeto.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Con un workflow, entrenar y predecir aplican SIEMPRE los mismos pasos de preparación, sin que se nos olvide ninguno.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Afinar k (tuning)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 es un HIPERPARÁMETRO: una perilla que ajustamos ANTES de entrenar. 'Afinar' (tuning) significa probar muchos valores de k con validación cruzada y quedarnos con el que dé mejor desempeño. La lista de valores a probar se llama 'grilla'.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Como buscar el volumen perfecto de la música: pruebas varios niveles y te quedas con el que mejor se oye.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curva que decide</a:t>
            </a:r>
          </a:p>
        </p:txBody>
      </p:sp>
      <p:pic>
        <p:nvPicPr>
          <p:cNvPr id="5" name="Picture 4" descr="16_auc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44" y="1234440"/>
            <a:ext cx="639371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Calculamos el desempeño (AUC) para cada k y elegimos el máximo.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mejor k cae en medio de la grilla, no en los extremos: justo el equilibrio sesgo-varianza que buscábamos.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Medir qué tan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bueno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Más allá del simple porcentaje de aciertos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Matriz de confusión</a:t>
            </a:r>
          </a:p>
        </p:txBody>
      </p:sp>
      <p:pic>
        <p:nvPicPr>
          <p:cNvPr id="5" name="Picture 4" descr="17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13" y="1234440"/>
            <a:ext cx="5251173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Las cuatro combinaciones de 'lo real' contra 'lo predicho'.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diagonal verde son aciertos. Las casillas rojas son los dos tipos de error: falsa alarma y caso que se nos pasó.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Dos preguntas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El porcentaje de aciertos no basta: hay que ver QUÉ tipo de error comete el modelo.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Sensibilidad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4251960" cy="3794759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De todos los que SÍ eran positivos, ¿a cuántos atrapamos?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Importa cuando dejar pasar un positivo es grave (por ejemplo, no detectar una enfermedad o un fraude).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Especificidad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94560"/>
            <a:ext cx="4251960" cy="3794759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De todos los que NO eran positivos, ¿a cuántos descartamos bien?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Importa cuando una falsa alarma es costosa (molestar a un cliente bueno o bloquear una compra legítima).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curva ROC y el AUC</a:t>
            </a:r>
          </a:p>
        </p:txBody>
      </p:sp>
      <p:pic>
        <p:nvPicPr>
          <p:cNvPr id="5" name="Picture 4" descr="18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70" y="1234440"/>
            <a:ext cx="4691259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Entre más se acerca la curva a la esquina superior izquierda, mejor.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AUC resume la curva en un número de 0.5 (azar) a 1 (perfecto). Mide qué tan bien el modelo ORDENA los casos por riesgo.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calificación final honesta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Una vez elegido el mejor k con validación cruzada, reentrenamos el modelo con TODO el entrenamiento y, recién entonces, abrimos la 'caja fuerte' y lo evaluamos sobre la base de prueba. Esa cifra final sí refleja cómo se comportará con casos que nunca vio.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Estudiar con exámenes de práctica (CV), y solo al final presentar el examen real (prueba) una sola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KNN: ventajas y desventajas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251960" cy="502920"/>
          </a:xfrm>
          <a:prstGeom prst="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Ventajas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4251960" cy="4297679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801368"/>
            <a:ext cx="3959352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Idea muy intuitiva y fácil de explicar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No asume fórmulas ni líneas rectas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Funciona bien con fronteras complicadas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Pocas decisiones que tomar (básicamente 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18872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18872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Desventajas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4251960" cy="429767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801368"/>
            <a:ext cx="3959352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Lento si hay muchísimos datos (mide todo)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Muy sensible a la escala de las variables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Sufre con muchísimas variables a la vez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•  No da una 'fórmula' 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Errores comunes a evitar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Lista de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•  Olvidar normalizar: una variable se 'come' a las demás.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•  Elegir k mirando la base de prueba: es hacer trampa.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•  Usar accuracy cuando las clases están desbalanceadas.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•  Dejar el identificador (id) como si fuera un predictor.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KNN clasifica un caso nuevo viendo la clase de sus vecinos más cercanos.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k controla el equilibrio: chico sobreajusta, grande subajusta.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Como KNN mide distancias, normalizar las variables es indispensable.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Nunca se elige k ni se evalúa con los mismos datos del entrenamiento.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La validación cruzada permite elegir k con honestidad.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La calificación final se hace una sola vez, sobre la base de prueba.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16 · KNN y validación cruzada  -  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